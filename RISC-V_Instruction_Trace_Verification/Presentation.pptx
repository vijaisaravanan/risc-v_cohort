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FD30B-3332-4B04-A700-647EE1AC42C4}" v="2" dt="2025-11-03T08:04:51.45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i Saravanan" userId="4bb63a1a111df445" providerId="LiveId" clId="{3701DDBA-B54F-4D7F-8B4E-1FA06F240B6B}"/>
    <pc:docChg chg="custSel addSld modSld">
      <pc:chgData name="Vijai Saravanan" userId="4bb63a1a111df445" providerId="LiveId" clId="{3701DDBA-B54F-4D7F-8B4E-1FA06F240B6B}" dt="2025-11-03T08:05:26.759" v="96" actId="1076"/>
      <pc:docMkLst>
        <pc:docMk/>
      </pc:docMkLst>
      <pc:sldChg chg="modSp mod">
        <pc:chgData name="Vijai Saravanan" userId="4bb63a1a111df445" providerId="LiveId" clId="{3701DDBA-B54F-4D7F-8B4E-1FA06F240B6B}" dt="2025-11-03T07:56:50.864" v="16" actId="1076"/>
        <pc:sldMkLst>
          <pc:docMk/>
          <pc:sldMk cId="0" sldId="256"/>
        </pc:sldMkLst>
        <pc:spChg chg="mod">
          <ac:chgData name="Vijai Saravanan" userId="4bb63a1a111df445" providerId="LiveId" clId="{3701DDBA-B54F-4D7F-8B4E-1FA06F240B6B}" dt="2025-11-03T07:56:50.864" v="16" actId="1076"/>
          <ac:spMkLst>
            <pc:docMk/>
            <pc:sldMk cId="0" sldId="256"/>
            <ac:spMk id="106" creationId="{00000000-0000-0000-0000-000000000000}"/>
          </ac:spMkLst>
        </pc:spChg>
      </pc:sldChg>
      <pc:sldChg chg="modSp mod">
        <pc:chgData name="Vijai Saravanan" userId="4bb63a1a111df445" providerId="LiveId" clId="{3701DDBA-B54F-4D7F-8B4E-1FA06F240B6B}" dt="2025-11-03T07:58:30.192" v="26" actId="1076"/>
        <pc:sldMkLst>
          <pc:docMk/>
          <pc:sldMk cId="0" sldId="262"/>
        </pc:sldMkLst>
        <pc:picChg chg="mod">
          <ac:chgData name="Vijai Saravanan" userId="4bb63a1a111df445" providerId="LiveId" clId="{3701DDBA-B54F-4D7F-8B4E-1FA06F240B6B}" dt="2025-11-03T07:58:30.192" v="26" actId="1076"/>
          <ac:picMkLst>
            <pc:docMk/>
            <pc:sldMk cId="0" sldId="262"/>
            <ac:picMk id="128" creationId="{00000000-0000-0000-0000-000000000000}"/>
          </ac:picMkLst>
        </pc:picChg>
      </pc:sldChg>
      <pc:sldChg chg="modSp mod">
        <pc:chgData name="Vijai Saravanan" userId="4bb63a1a111df445" providerId="LiveId" clId="{3701DDBA-B54F-4D7F-8B4E-1FA06F240B6B}" dt="2025-11-03T08:03:56.046" v="78" actId="27636"/>
        <pc:sldMkLst>
          <pc:docMk/>
          <pc:sldMk cId="0" sldId="263"/>
        </pc:sldMkLst>
        <pc:spChg chg="mod">
          <ac:chgData name="Vijai Saravanan" userId="4bb63a1a111df445" providerId="LiveId" clId="{3701DDBA-B54F-4D7F-8B4E-1FA06F240B6B}" dt="2025-11-03T08:03:56.046" v="78" actId="27636"/>
          <ac:spMkLst>
            <pc:docMk/>
            <pc:sldMk cId="0" sldId="263"/>
            <ac:spMk id="130" creationId="{00000000-0000-0000-0000-000000000000}"/>
          </ac:spMkLst>
        </pc:spChg>
      </pc:sldChg>
      <pc:sldChg chg="modSp mod">
        <pc:chgData name="Vijai Saravanan" userId="4bb63a1a111df445" providerId="LiveId" clId="{3701DDBA-B54F-4D7F-8B4E-1FA06F240B6B}" dt="2025-11-03T08:03:56.055" v="79" actId="27636"/>
        <pc:sldMkLst>
          <pc:docMk/>
          <pc:sldMk cId="0" sldId="265"/>
        </pc:sldMkLst>
        <pc:spChg chg="mod">
          <ac:chgData name="Vijai Saravanan" userId="4bb63a1a111df445" providerId="LiveId" clId="{3701DDBA-B54F-4D7F-8B4E-1FA06F240B6B}" dt="2025-11-03T08:03:56.055" v="79" actId="27636"/>
          <ac:spMkLst>
            <pc:docMk/>
            <pc:sldMk cId="0" sldId="265"/>
            <ac:spMk id="137" creationId="{00000000-0000-0000-0000-000000000000}"/>
          </ac:spMkLst>
        </pc:spChg>
      </pc:sldChg>
      <pc:sldChg chg="addSp delSp modSp mod">
        <pc:chgData name="Vijai Saravanan" userId="4bb63a1a111df445" providerId="LiveId" clId="{3701DDBA-B54F-4D7F-8B4E-1FA06F240B6B}" dt="2025-11-03T08:05:26.759" v="96" actId="1076"/>
        <pc:sldMkLst>
          <pc:docMk/>
          <pc:sldMk cId="0" sldId="266"/>
        </pc:sldMkLst>
        <pc:picChg chg="add mod">
          <ac:chgData name="Vijai Saravanan" userId="4bb63a1a111df445" providerId="LiveId" clId="{3701DDBA-B54F-4D7F-8B4E-1FA06F240B6B}" dt="2025-11-03T08:05:26.759" v="96" actId="1076"/>
          <ac:picMkLst>
            <pc:docMk/>
            <pc:sldMk cId="0" sldId="266"/>
            <ac:picMk id="3" creationId="{283221E8-780A-E8CA-17B3-B051C73F0727}"/>
          </ac:picMkLst>
        </pc:picChg>
        <pc:picChg chg="del mod">
          <ac:chgData name="Vijai Saravanan" userId="4bb63a1a111df445" providerId="LiveId" clId="{3701DDBA-B54F-4D7F-8B4E-1FA06F240B6B}" dt="2025-11-03T08:04:45.323" v="86" actId="478"/>
          <ac:picMkLst>
            <pc:docMk/>
            <pc:sldMk cId="0" sldId="266"/>
            <ac:picMk id="140" creationId="{00000000-0000-0000-0000-000000000000}"/>
          </ac:picMkLst>
        </pc:picChg>
      </pc:sldChg>
      <pc:sldChg chg="modSp mod">
        <pc:chgData name="Vijai Saravanan" userId="4bb63a1a111df445" providerId="LiveId" clId="{3701DDBA-B54F-4D7F-8B4E-1FA06F240B6B}" dt="2025-11-03T07:57:27.143" v="21" actId="403"/>
        <pc:sldMkLst>
          <pc:docMk/>
          <pc:sldMk cId="0" sldId="267"/>
        </pc:sldMkLst>
        <pc:spChg chg="mod">
          <ac:chgData name="Vijai Saravanan" userId="4bb63a1a111df445" providerId="LiveId" clId="{3701DDBA-B54F-4D7F-8B4E-1FA06F240B6B}" dt="2025-11-03T07:57:27.143" v="21" actId="403"/>
          <ac:spMkLst>
            <pc:docMk/>
            <pc:sldMk cId="0" sldId="267"/>
            <ac:spMk id="143" creationId="{00000000-0000-0000-0000-000000000000}"/>
          </ac:spMkLst>
        </pc:spChg>
      </pc:sldChg>
      <pc:sldChg chg="modSp mod">
        <pc:chgData name="Vijai Saravanan" userId="4bb63a1a111df445" providerId="LiveId" clId="{3701DDBA-B54F-4D7F-8B4E-1FA06F240B6B}" dt="2025-11-03T08:03:56.055" v="80" actId="27636"/>
        <pc:sldMkLst>
          <pc:docMk/>
          <pc:sldMk cId="0" sldId="268"/>
        </pc:sldMkLst>
        <pc:spChg chg="mod">
          <ac:chgData name="Vijai Saravanan" userId="4bb63a1a111df445" providerId="LiveId" clId="{3701DDBA-B54F-4D7F-8B4E-1FA06F240B6B}" dt="2025-11-03T08:03:56.055" v="80" actId="27636"/>
          <ac:spMkLst>
            <pc:docMk/>
            <pc:sldMk cId="0" sldId="268"/>
            <ac:spMk id="145" creationId="{00000000-0000-0000-0000-000000000000}"/>
          </ac:spMkLst>
        </pc:spChg>
        <pc:spChg chg="mod">
          <ac:chgData name="Vijai Saravanan" userId="4bb63a1a111df445" providerId="LiveId" clId="{3701DDBA-B54F-4D7F-8B4E-1FA06F240B6B}" dt="2025-11-03T07:59:11.788" v="29" actId="122"/>
          <ac:spMkLst>
            <pc:docMk/>
            <pc:sldMk cId="0" sldId="268"/>
            <ac:spMk id="146" creationId="{00000000-0000-0000-0000-000000000000}"/>
          </ac:spMkLst>
        </pc:spChg>
        <pc:picChg chg="mod">
          <ac:chgData name="Vijai Saravanan" userId="4bb63a1a111df445" providerId="LiveId" clId="{3701DDBA-B54F-4D7F-8B4E-1FA06F240B6B}" dt="2025-11-03T07:59:06.957" v="28" actId="1076"/>
          <ac:picMkLst>
            <pc:docMk/>
            <pc:sldMk cId="0" sldId="268"/>
            <ac:picMk id="147" creationId="{00000000-0000-0000-0000-000000000000}"/>
          </ac:picMkLst>
        </pc:picChg>
      </pc:sldChg>
      <pc:sldChg chg="modSp mod">
        <pc:chgData name="Vijai Saravanan" userId="4bb63a1a111df445" providerId="LiveId" clId="{3701DDBA-B54F-4D7F-8B4E-1FA06F240B6B}" dt="2025-11-03T08:03:56.012" v="76" actId="27636"/>
        <pc:sldMkLst>
          <pc:docMk/>
          <pc:sldMk cId="0" sldId="269"/>
        </pc:sldMkLst>
        <pc:spChg chg="mod">
          <ac:chgData name="Vijai Saravanan" userId="4bb63a1a111df445" providerId="LiveId" clId="{3701DDBA-B54F-4D7F-8B4E-1FA06F240B6B}" dt="2025-11-03T08:03:56.012" v="76" actId="27636"/>
          <ac:spMkLst>
            <pc:docMk/>
            <pc:sldMk cId="0" sldId="269"/>
            <ac:spMk id="149" creationId="{00000000-0000-0000-0000-000000000000}"/>
          </ac:spMkLst>
        </pc:spChg>
        <pc:picChg chg="mod">
          <ac:chgData name="Vijai Saravanan" userId="4bb63a1a111df445" providerId="LiveId" clId="{3701DDBA-B54F-4D7F-8B4E-1FA06F240B6B}" dt="2025-11-03T07:59:26.650" v="30" actId="1076"/>
          <ac:picMkLst>
            <pc:docMk/>
            <pc:sldMk cId="0" sldId="269"/>
            <ac:picMk id="151" creationId="{00000000-0000-0000-0000-000000000000}"/>
          </ac:picMkLst>
        </pc:picChg>
      </pc:sldChg>
      <pc:sldChg chg="modSp mod">
        <pc:chgData name="Vijai Saravanan" userId="4bb63a1a111df445" providerId="LiveId" clId="{3701DDBA-B54F-4D7F-8B4E-1FA06F240B6B}" dt="2025-11-03T07:57:40.281" v="23" actId="1076"/>
        <pc:sldMkLst>
          <pc:docMk/>
          <pc:sldMk cId="0" sldId="270"/>
        </pc:sldMkLst>
        <pc:picChg chg="mod">
          <ac:chgData name="Vijai Saravanan" userId="4bb63a1a111df445" providerId="LiveId" clId="{3701DDBA-B54F-4D7F-8B4E-1FA06F240B6B}" dt="2025-11-03T07:57:40.281" v="23" actId="1076"/>
          <ac:picMkLst>
            <pc:docMk/>
            <pc:sldMk cId="0" sldId="270"/>
            <ac:picMk id="154" creationId="{00000000-0000-0000-0000-000000000000}"/>
          </ac:picMkLst>
        </pc:picChg>
      </pc:sldChg>
      <pc:sldChg chg="modSp mod">
        <pc:chgData name="Vijai Saravanan" userId="4bb63a1a111df445" providerId="LiveId" clId="{3701DDBA-B54F-4D7F-8B4E-1FA06F240B6B}" dt="2025-11-03T08:03:56.033" v="77" actId="27636"/>
        <pc:sldMkLst>
          <pc:docMk/>
          <pc:sldMk cId="0" sldId="271"/>
        </pc:sldMkLst>
        <pc:spChg chg="mod">
          <ac:chgData name="Vijai Saravanan" userId="4bb63a1a111df445" providerId="LiveId" clId="{3701DDBA-B54F-4D7F-8B4E-1FA06F240B6B}" dt="2025-11-03T08:03:56.033" v="77" actId="27636"/>
          <ac:spMkLst>
            <pc:docMk/>
            <pc:sldMk cId="0" sldId="271"/>
            <ac:spMk id="156" creationId="{00000000-0000-0000-0000-000000000000}"/>
          </ac:spMkLst>
        </pc:spChg>
        <pc:spChg chg="mod">
          <ac:chgData name="Vijai Saravanan" userId="4bb63a1a111df445" providerId="LiveId" clId="{3701DDBA-B54F-4D7F-8B4E-1FA06F240B6B}" dt="2025-11-03T08:00:16.221" v="56" actId="114"/>
          <ac:spMkLst>
            <pc:docMk/>
            <pc:sldMk cId="0" sldId="271"/>
            <ac:spMk id="157" creationId="{00000000-0000-0000-0000-000000000000}"/>
          </ac:spMkLst>
        </pc:spChg>
      </pc:sldChg>
      <pc:sldChg chg="addSp delSp modSp new mod">
        <pc:chgData name="Vijai Saravanan" userId="4bb63a1a111df445" providerId="LiveId" clId="{3701DDBA-B54F-4D7F-8B4E-1FA06F240B6B}" dt="2025-11-03T08:04:21.138" v="85" actId="27636"/>
        <pc:sldMkLst>
          <pc:docMk/>
          <pc:sldMk cId="152181257" sldId="272"/>
        </pc:sldMkLst>
        <pc:spChg chg="mod">
          <ac:chgData name="Vijai Saravanan" userId="4bb63a1a111df445" providerId="LiveId" clId="{3701DDBA-B54F-4D7F-8B4E-1FA06F240B6B}" dt="2025-11-03T08:04:21.138" v="85" actId="27636"/>
          <ac:spMkLst>
            <pc:docMk/>
            <pc:sldMk cId="152181257" sldId="272"/>
            <ac:spMk id="2" creationId="{65E5A5C4-C2E0-CFA6-B8F9-30AA48C0F715}"/>
          </ac:spMkLst>
        </pc:spChg>
        <pc:spChg chg="del">
          <ac:chgData name="Vijai Saravanan" userId="4bb63a1a111df445" providerId="LiveId" clId="{3701DDBA-B54F-4D7F-8B4E-1FA06F240B6B}" dt="2025-11-03T08:03:52.728" v="74" actId="478"/>
          <ac:spMkLst>
            <pc:docMk/>
            <pc:sldMk cId="152181257" sldId="272"/>
            <ac:spMk id="3" creationId="{EEE57A5F-EBEF-5C84-93BA-66BDCA1B640B}"/>
          </ac:spMkLst>
        </pc:spChg>
        <pc:picChg chg="add mod">
          <ac:chgData name="Vijai Saravanan" userId="4bb63a1a111df445" providerId="LiveId" clId="{3701DDBA-B54F-4D7F-8B4E-1FA06F240B6B}" dt="2025-11-03T08:04:01.218" v="82" actId="1076"/>
          <ac:picMkLst>
            <pc:docMk/>
            <pc:sldMk cId="152181257" sldId="272"/>
            <ac:picMk id="5" creationId="{7A5BE13B-31B0-B804-A4D1-ECFDD234C2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" name="Shape 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anchor="ctr"/>
          <a:lstStyle>
            <a:lvl1pPr algn="ctr">
              <a:defRPr sz="4400" b="0" cap="none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="t"/>
          <a:lstStyle>
            <a:lvl1pPr algn="ctr">
              <a:spcBef>
                <a:spcPts val="700"/>
              </a:spcBef>
              <a:defRPr sz="3200"/>
            </a:lvl1pPr>
            <a:lvl2pPr algn="ctr">
              <a:spcBef>
                <a:spcPts val="700"/>
              </a:spcBef>
              <a:defRPr sz="3200"/>
            </a:lvl2pPr>
            <a:lvl3pPr algn="ctr">
              <a:spcBef>
                <a:spcPts val="700"/>
              </a:spcBef>
              <a:defRPr sz="3200"/>
            </a:lvl3pPr>
            <a:lvl4pPr algn="ctr">
              <a:spcBef>
                <a:spcPts val="700"/>
              </a:spcBef>
              <a:defRPr sz="3200"/>
            </a:lvl4pPr>
            <a:lvl5pPr algn="ctr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001000" cy="685800"/>
          </a:xfrm>
          <a:prstGeom prst="rect">
            <a:avLst/>
          </a:prstGeom>
        </p:spPr>
        <p:txBody>
          <a:bodyPr anchor="ctr"/>
          <a:lstStyle>
            <a:lvl1pPr algn="ctr">
              <a:defRPr sz="4400" b="0" cap="none"/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1pPr>
            <a:lvl2pPr marL="783771" indent="-326571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2pPr>
            <a:lvl3pPr marL="1219200" indent="-3048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3pPr>
            <a:lvl4pPr marL="1737360" indent="-365760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4pPr>
            <a:lvl5pPr marL="2194560" indent="-365760">
              <a:spcBef>
                <a:spcPts val="700"/>
              </a:spcBef>
              <a:buSzPct val="100000"/>
              <a:buFont typeface="Arial"/>
              <a:buChar char="»"/>
              <a:defRPr sz="32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Google Shape;67;p8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solidFill>
            <a:srgbClr val="1E25A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3" name="Rectangle 7"/>
          <p:cNvSpPr/>
          <p:nvPr/>
        </p:nvSpPr>
        <p:spPr>
          <a:xfrm>
            <a:off x="8534400" y="0"/>
            <a:ext cx="609600" cy="1066800"/>
          </a:xfrm>
          <a:prstGeom prst="rect">
            <a:avLst/>
          </a:prstGeom>
          <a:solidFill>
            <a:srgbClr val="EA9314"/>
          </a:solidFill>
          <a:ln w="25400">
            <a:solidFill>
              <a:srgbClr val="EA9314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Google Shape;18;p3"/>
          <p:cNvSpPr/>
          <p:nvPr/>
        </p:nvSpPr>
        <p:spPr>
          <a:xfrm>
            <a:off x="0" y="6629399"/>
            <a:ext cx="7162800" cy="95103"/>
          </a:xfrm>
          <a:prstGeom prst="rect">
            <a:avLst/>
          </a:prstGeom>
          <a:solidFill>
            <a:srgbClr val="EA931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5" name="Google Shape;21;p3"/>
          <p:cNvSpPr/>
          <p:nvPr/>
        </p:nvSpPr>
        <p:spPr>
          <a:xfrm>
            <a:off x="0" y="6476998"/>
            <a:ext cx="7162800" cy="95103"/>
          </a:xfrm>
          <a:prstGeom prst="rect">
            <a:avLst/>
          </a:prstGeom>
          <a:solidFill>
            <a:srgbClr val="1E25A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pic>
        <p:nvPicPr>
          <p:cNvPr id="26" name="Picture 11" descr="Picture 11"/>
          <p:cNvPicPr>
            <a:picLocks noChangeAspect="1"/>
          </p:cNvPicPr>
          <p:nvPr/>
        </p:nvPicPr>
        <p:blipFill>
          <a:blip r:embed="rId2"/>
          <a:srcRect l="6667" t="35000" r="44167" b="28333"/>
          <a:stretch>
            <a:fillRect/>
          </a:stretch>
        </p:blipFill>
        <p:spPr>
          <a:xfrm>
            <a:off x="7207828" y="6429214"/>
            <a:ext cx="945574" cy="352588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Google Shape;18;p3"/>
          <p:cNvSpPr/>
          <p:nvPr/>
        </p:nvSpPr>
        <p:spPr>
          <a:xfrm>
            <a:off x="8229600" y="6629400"/>
            <a:ext cx="914400" cy="76200"/>
          </a:xfrm>
          <a:prstGeom prst="rect">
            <a:avLst/>
          </a:prstGeom>
          <a:solidFill>
            <a:srgbClr val="EA931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8" name="Google Shape;21;p3"/>
          <p:cNvSpPr/>
          <p:nvPr/>
        </p:nvSpPr>
        <p:spPr>
          <a:xfrm flipV="1">
            <a:off x="8229600" y="6477000"/>
            <a:ext cx="914400" cy="76200"/>
          </a:xfrm>
          <a:prstGeom prst="rect">
            <a:avLst/>
          </a:prstGeom>
          <a:solidFill>
            <a:srgbClr val="1E25A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anchor="ctr"/>
          <a:lstStyle>
            <a:lvl1pPr algn="ctr">
              <a:defRPr sz="4400" b="0" cap="none"/>
            </a:lvl1pPr>
          </a:lstStyle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790575" indent="-333375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2pPr>
            <a:lvl3pPr marL="1234438" indent="-320038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1727200" indent="-355600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4pPr>
            <a:lvl5pPr marL="2184400" indent="-355600">
              <a:spcBef>
                <a:spcPts val="600"/>
              </a:spcBef>
              <a:buSzPct val="100000"/>
              <a:buFont typeface="Arial"/>
              <a:buChar char="»"/>
              <a:defRPr sz="28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anchor="ctr"/>
          <a:lstStyle>
            <a:lvl1pPr algn="ctr">
              <a:defRPr sz="4400" b="0" cap="none"/>
            </a:lvl1pPr>
          </a:lstStyle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400" b="1">
                <a:solidFill>
                  <a:srgbClr val="000000"/>
                </a:solidFill>
              </a:defRPr>
            </a:lvl1pPr>
            <a:lvl2pPr>
              <a:spcBef>
                <a:spcPts val="500"/>
              </a:spcBef>
              <a:defRPr sz="2400" b="1">
                <a:solidFill>
                  <a:srgbClr val="000000"/>
                </a:solidFill>
              </a:defRPr>
            </a:lvl2pPr>
            <a:lvl3pPr>
              <a:spcBef>
                <a:spcPts val="500"/>
              </a:spcBef>
              <a:defRPr sz="2400" b="1">
                <a:solidFill>
                  <a:srgbClr val="000000"/>
                </a:solidFill>
              </a:defRPr>
            </a:lvl3pPr>
            <a:lvl4pPr>
              <a:spcBef>
                <a:spcPts val="500"/>
              </a:spcBef>
              <a:defRPr sz="2400" b="1">
                <a:solidFill>
                  <a:srgbClr val="000000"/>
                </a:solidFill>
              </a:defRPr>
            </a:lvl4pPr>
            <a:lvl5pPr>
              <a:spcBef>
                <a:spcPts val="500"/>
              </a:spcBef>
              <a:defRPr sz="2400" b="1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anchor="ctr"/>
          <a:lstStyle>
            <a:lvl1pPr algn="ctr">
              <a:defRPr sz="4400" b="0" cap="none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>
              <a:defRPr sz="2000" cap="none"/>
            </a:lvl1pPr>
          </a:lstStyle>
          <a:p>
            <a:r>
              <a:t>Title Text</a:t>
            </a:r>
          </a:p>
        </p:txBody>
      </p:sp>
      <p:sp>
        <p:nvSpPr>
          <p:cNvPr id="80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1pPr>
            <a:lvl2pPr marL="783771" indent="-326571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2pPr>
            <a:lvl3pPr marL="1219200" indent="-3048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3pPr>
            <a:lvl4pPr marL="1737360" indent="-365760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4pPr>
            <a:lvl5pPr marL="2194560" indent="-365760">
              <a:spcBef>
                <a:spcPts val="700"/>
              </a:spcBef>
              <a:buSzPct val="100000"/>
              <a:buFont typeface="Arial"/>
              <a:buChar char="»"/>
              <a:defRPr sz="32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 anchor="t"/>
          <a:lstStyle/>
          <a:p>
            <a: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>
              <a:defRPr sz="2000" cap="none"/>
            </a:lvl1pPr>
          </a:lstStyle>
          <a:p>
            <a:r>
              <a:t>Title Text</a:t>
            </a:r>
          </a:p>
        </p:txBody>
      </p:sp>
      <p:sp>
        <p:nvSpPr>
          <p:cNvPr id="9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 anchor="t"/>
          <a:lstStyle>
            <a:lvl1pPr>
              <a:spcBef>
                <a:spcPts val="300"/>
              </a:spcBef>
              <a:defRPr sz="1400">
                <a:solidFill>
                  <a:srgbClr val="000000"/>
                </a:solidFill>
              </a:defRPr>
            </a:lvl1pPr>
            <a:lvl2pPr>
              <a:spcBef>
                <a:spcPts val="300"/>
              </a:spcBef>
              <a:defRPr sz="1400">
                <a:solidFill>
                  <a:srgbClr val="000000"/>
                </a:solidFill>
              </a:defRPr>
            </a:lvl2pPr>
            <a:lvl3pPr>
              <a:spcBef>
                <a:spcPts val="300"/>
              </a:spcBef>
              <a:defRPr sz="1400">
                <a:solidFill>
                  <a:srgbClr val="000000"/>
                </a:solidFill>
              </a:defRPr>
            </a:lvl3pPr>
            <a:lvl4pPr>
              <a:spcBef>
                <a:spcPts val="300"/>
              </a:spcBef>
              <a:defRPr sz="1400">
                <a:solidFill>
                  <a:srgbClr val="000000"/>
                </a:solidFill>
              </a:defRPr>
            </a:lvl4pPr>
            <a:lvl5pPr>
              <a:spcBef>
                <a:spcPts val="300"/>
              </a:spcBef>
              <a:defRPr sz="1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b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all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5pPr>
      <a:lvl6pPr marL="25146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6pPr>
      <a:lvl7pPr marL="29718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7pPr>
      <a:lvl8pPr marL="3428999" marR="0" indent="-22859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8pPr>
      <a:lvl9pPr marL="3886199" marR="0" indent="-22859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4"/>
          <p:cNvSpPr/>
          <p:nvPr/>
        </p:nvSpPr>
        <p:spPr>
          <a:xfrm>
            <a:off x="8991600" y="0"/>
            <a:ext cx="152400" cy="1066800"/>
          </a:xfrm>
          <a:prstGeom prst="rect">
            <a:avLst/>
          </a:prstGeom>
          <a:solidFill>
            <a:srgbClr val="EA9314"/>
          </a:solidFill>
          <a:ln w="25400">
            <a:solidFill>
              <a:srgbClr val="EA9314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TextBox 5"/>
          <p:cNvSpPr txBox="1"/>
          <p:nvPr/>
        </p:nvSpPr>
        <p:spPr>
          <a:xfrm>
            <a:off x="760553" y="258733"/>
            <a:ext cx="3660711" cy="549334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3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99835"/>
            <a:ext cx="9144001" cy="1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Box 3075"/>
          <p:cNvSpPr txBox="1"/>
          <p:nvPr/>
        </p:nvSpPr>
        <p:spPr>
          <a:xfrm>
            <a:off x="672398" y="1953479"/>
            <a:ext cx="7739699" cy="76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400">
                <a:solidFill>
                  <a:srgbClr val="66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RISC-V Trace Verification: Block Level CoCoTb based Verification in Shakthi C-Class Processor</a:t>
            </a:r>
          </a:p>
        </p:txBody>
      </p:sp>
      <p:sp>
        <p:nvSpPr>
          <p:cNvPr id="105" name="Text Box 3077"/>
          <p:cNvSpPr txBox="1"/>
          <p:nvPr/>
        </p:nvSpPr>
        <p:spPr>
          <a:xfrm>
            <a:off x="729946" y="1231900"/>
            <a:ext cx="7740016" cy="664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UG PROJECT 2025-26 </a:t>
            </a:r>
          </a:p>
          <a:p>
            <a:pPr algn="ctr">
              <a:defRPr sz="2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EC22711 - Project Work Phase - I Viva-Voce</a:t>
            </a:r>
          </a:p>
        </p:txBody>
      </p:sp>
      <p:sp>
        <p:nvSpPr>
          <p:cNvPr id="106" name="Text Box 3078"/>
          <p:cNvSpPr txBox="1"/>
          <p:nvPr/>
        </p:nvSpPr>
        <p:spPr>
          <a:xfrm>
            <a:off x="2185749" y="2898109"/>
            <a:ext cx="4471030" cy="1794975"/>
          </a:xfrm>
          <a:prstGeom prst="rect">
            <a:avLst/>
          </a:prstGeom>
          <a:ln>
            <a:solidFill>
              <a:srgbClr val="FF0066"/>
            </a:solidFill>
            <a:bevel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150000"/>
              </a:lnSpc>
              <a:defRPr u="sng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Supervisor</a:t>
            </a:r>
          </a:p>
          <a:p>
            <a:pPr algn="ctr">
              <a:lnSpc>
                <a:spcPct val="150000"/>
              </a:lnSpc>
              <a:defRPr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Mr. Silambarasan D</a:t>
            </a:r>
          </a:p>
          <a:p>
            <a:pPr algn="ctr">
              <a:lnSpc>
                <a:spcPct val="150000"/>
              </a:lnSpc>
              <a:defRPr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Assistant Professor </a:t>
            </a:r>
          </a:p>
          <a:p>
            <a:pPr algn="ctr">
              <a:lnSpc>
                <a:spcPct val="150000"/>
              </a:lnSpc>
              <a:defRPr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Department of ECE</a:t>
            </a:r>
            <a:endParaRPr lang="en-IN" dirty="0"/>
          </a:p>
          <a:p>
            <a:pPr algn="ctr">
              <a:lnSpc>
                <a:spcPct val="150000"/>
              </a:lnSpc>
              <a:defRPr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00" dirty="0"/>
          </a:p>
        </p:txBody>
      </p:sp>
      <p:sp>
        <p:nvSpPr>
          <p:cNvPr id="107" name="Text Box 3079"/>
          <p:cNvSpPr txBox="1"/>
          <p:nvPr/>
        </p:nvSpPr>
        <p:spPr>
          <a:xfrm>
            <a:off x="350631" y="4888382"/>
            <a:ext cx="4480555" cy="933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defRPr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Members of students: (C21)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Srinath S (No.: 2127220701138)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Vijai Saravanan R G (No.:2127220701160)</a:t>
            </a:r>
          </a:p>
        </p:txBody>
      </p:sp>
      <p:grpSp>
        <p:nvGrpSpPr>
          <p:cNvPr id="110" name="Group"/>
          <p:cNvGrpSpPr/>
          <p:nvPr/>
        </p:nvGrpSpPr>
        <p:grpSpPr>
          <a:xfrm>
            <a:off x="172498" y="4848"/>
            <a:ext cx="8799004" cy="1321923"/>
            <a:chOff x="0" y="0"/>
            <a:chExt cx="8799002" cy="1321922"/>
          </a:xfrm>
        </p:grpSpPr>
        <p:pic>
          <p:nvPicPr>
            <p:cNvPr id="108" name="Picture 3" descr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78153"/>
              <a:ext cx="2253575" cy="9656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" name="pasted-movie.png" descr="pasted-movi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8293" y="0"/>
              <a:ext cx="3660710" cy="13219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6111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1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/>
          <a:lstStyle/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Traditional verification focuses only on the </a:t>
            </a:r>
            <a:r>
              <a:rPr b="1"/>
              <a:t>final output correctness</a:t>
            </a:r>
            <a:r>
              <a:t> of processor execution.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	•	A processor may still produce the </a:t>
            </a:r>
            <a:r>
              <a:rPr b="0" i="1"/>
              <a:t>correct output</a:t>
            </a:r>
            <a:r>
              <a:rPr b="0"/>
              <a:t> even when the </a:t>
            </a:r>
            <a:r>
              <a:t>internal instruction execution sequence is incorrect</a:t>
            </a:r>
            <a:r>
              <a:rPr b="0"/>
              <a:t>.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Such hidden deviations can cause undetected bugs in:</a:t>
            </a:r>
          </a:p>
          <a:p>
            <a:pPr marL="398145" indent="-398145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     1. 	Branch and control-flow execution</a:t>
            </a:r>
          </a:p>
          <a:p>
            <a:pPr marL="398145" indent="-398145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     2.	 Privilege mode transitions (U/S/M)</a:t>
            </a:r>
          </a:p>
          <a:p>
            <a:pPr marL="398145" indent="-398145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     3.	 CSR operations and system control behavior</a:t>
            </a:r>
          </a:p>
          <a:p>
            <a:pPr marL="398145" indent="-398145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     4.	 Trap/exception handling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Debugging becomes difficult without visibility into the actual execution path.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There is a need to verify the </a:t>
            </a:r>
            <a:r>
              <a:rPr b="1"/>
              <a:t>instruction-by-instruction execution flow</a:t>
            </a:r>
            <a:r>
              <a:t> of Shakti C-Class to ensure strict compliance with the RISC-V ISA and Privileged Specifications.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6111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Proposed Solution</a:t>
            </a:r>
          </a:p>
        </p:txBody>
      </p:sp>
      <p:sp>
        <p:nvSpPr>
          <p:cNvPr id="11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	•	Develop a </a:t>
            </a:r>
            <a:r>
              <a:t>block-level trace verification methodology</a:t>
            </a:r>
            <a:r>
              <a:rPr b="0"/>
              <a:t> for Shakti C-Class RISC-V processor.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Use </a:t>
            </a:r>
            <a:r>
              <a:rPr b="1"/>
              <a:t>CoCoTb</a:t>
            </a:r>
            <a:r>
              <a:t>, a Python-based verification framework, to monitor internal RTL signals during execution.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Capture the </a:t>
            </a:r>
            <a:r>
              <a:rPr b="1"/>
              <a:t>Program Counter (PC) trace</a:t>
            </a:r>
            <a:r>
              <a:t> for every executed instruction.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Compare the logged execution trace against:</a:t>
            </a:r>
          </a:p>
          <a:p>
            <a:pPr marL="419100" indent="-419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317500" algn="r"/>
                <a:tab pos="419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        1. Expected flow from disassembly</a:t>
            </a:r>
          </a:p>
          <a:p>
            <a:pPr marL="419100" indent="-419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317500" algn="r"/>
                <a:tab pos="419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	2. Reference behaviour validated using Verilator</a:t>
            </a:r>
          </a:p>
          <a:p>
            <a:pPr marL="419100" indent="-419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317500" algn="r"/>
                <a:tab pos="419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        3. RTL generated dump trace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Detect missing, skipped, or misaligned instruction events and analyze trace visibility gaps.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>
            <a:spLocks noGrp="1"/>
          </p:cNvSpPr>
          <p:nvPr>
            <p:ph type="title"/>
          </p:nvPr>
        </p:nvSpPr>
        <p:spPr>
          <a:xfrm>
            <a:off x="571500" y="228600"/>
            <a:ext cx="8001000" cy="685801"/>
          </a:xfrm>
          <a:prstGeom prst="rect">
            <a:avLst/>
          </a:prstGeom>
        </p:spPr>
        <p:txBody>
          <a:bodyPr/>
          <a:lstStyle>
            <a:lvl1pPr defTabSz="896111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  <p:sp>
        <p:nvSpPr>
          <p:cNvPr id="1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	•	To design and implement a </a:t>
            </a:r>
            <a:r>
              <a:t>CoCoTb-based block-level trace verification environment</a:t>
            </a:r>
            <a:r>
              <a:rPr b="0"/>
              <a:t> for Shakti C-Class RISC-V processor.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To </a:t>
            </a:r>
            <a:r>
              <a:rPr b="1"/>
              <a:t>capture and log PC traces</a:t>
            </a:r>
            <a:r>
              <a:t> during RTL simulation of RISC-V assembly test programs.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To validate instruction execution flow against the </a:t>
            </a:r>
            <a:r>
              <a:rPr b="1"/>
              <a:t>RISC-V ISA and Privileged Architecture</a:t>
            </a:r>
            <a:r>
              <a:t> specifications.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	•	To identify and analyze </a:t>
            </a:r>
            <a:r>
              <a:t>missing or untraced instruction patterns</a:t>
            </a:r>
            <a:r>
              <a:rPr b="0"/>
              <a:t> across multiple RISC-V test suites.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To build a trace verification methodology that acts as a </a:t>
            </a:r>
            <a:r>
              <a:rPr b="1"/>
              <a:t>foundation for full core-level and data-trace verification</a:t>
            </a:r>
            <a:r>
              <a:t>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6111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Why RISC-V and Shakti C-Class?</a:t>
            </a:r>
          </a:p>
        </p:txBody>
      </p:sp>
      <p:sp>
        <p:nvSpPr>
          <p:cNvPr id="12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RISC-V?</a:t>
            </a: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Open-source Instruction Set Architecture (ISA) with </a:t>
            </a:r>
            <a:r>
              <a:rPr b="1"/>
              <a:t>no licensing cost</a:t>
            </a:r>
            <a:r>
              <a:t>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Modular and extensible design → supports custom extensions for research and industry.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	•	Widely adopted for </a:t>
            </a:r>
            <a:r>
              <a:t>academia, embedded systems, IoT, and processor R&amp;D</a:t>
            </a:r>
            <a:r>
              <a:rPr b="0"/>
              <a:t>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Scalable architecture supporting standard extensions such as </a:t>
            </a:r>
            <a:r>
              <a:rPr b="1"/>
              <a:t>I, M, A, F, D, C</a:t>
            </a:r>
            <a:r>
              <a:t>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Enables transparent verification and open-source hardware development.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6111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Why RISC-V and Shakti C-Class?</a:t>
            </a:r>
          </a:p>
        </p:txBody>
      </p:sp>
      <p:sp>
        <p:nvSpPr>
          <p:cNvPr id="12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Shakti C-Class?</a:t>
            </a:r>
            <a:endParaRPr b="0"/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Developed by </a:t>
            </a:r>
            <a:r>
              <a:rPr b="1"/>
              <a:t>IIT Madras</a:t>
            </a:r>
            <a:r>
              <a:t> as part of India’s open-source processor initiative.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64-bit </a:t>
            </a:r>
            <a:r>
              <a:rPr b="1"/>
              <a:t>RV64IM</a:t>
            </a:r>
            <a:r>
              <a:t> core suitable for mid-range embedded and IoT applications.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	•	Supports </a:t>
            </a:r>
            <a:r>
              <a:t>User, Supervisor, and Machine modes</a:t>
            </a:r>
            <a:r>
              <a:rPr b="0"/>
              <a:t> as per RISC-V Privileged Spec.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Includes integrated debug and trace support required for verification and validation.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	•	Strengthening Shakti verification contributes to </a:t>
            </a:r>
            <a:r>
              <a:rPr b="1"/>
              <a:t>India’s indigenous semiconductor ecosystem</a:t>
            </a:r>
            <a:r>
              <a:t>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13230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RISC-V Execution Modes</a:t>
            </a:r>
          </a:p>
        </p:txBody>
      </p:sp>
      <p:sp>
        <p:nvSpPr>
          <p:cNvPr id="13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 dirty="0"/>
              <a:t>Execution Modes:</a:t>
            </a:r>
            <a:r>
              <a:rPr dirty="0"/>
              <a:t> 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1. </a:t>
            </a:r>
            <a:r>
              <a:rPr b="1" dirty="0"/>
              <a:t>Machine Mode (M-Mode):</a:t>
            </a:r>
            <a:r>
              <a:rPr dirty="0"/>
              <a:t> 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Full-access mode used for system control and boot.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2. </a:t>
            </a:r>
            <a:r>
              <a:rPr b="1" dirty="0"/>
              <a:t>Supervisor Mode (S-Mode):</a:t>
            </a:r>
            <a:r>
              <a:rPr dirty="0"/>
              <a:t> 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OS mode that manages memory and system protection.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3. </a:t>
            </a:r>
            <a:r>
              <a:rPr b="1" dirty="0"/>
              <a:t>User Mode (U-Mode):</a:t>
            </a:r>
            <a:r>
              <a:rPr dirty="0"/>
              <a:t> 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Application mode with limited access for safety.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 dirty="0"/>
              <a:t>Why It Matters in Verification:</a:t>
            </a:r>
            <a:r>
              <a:rPr dirty="0"/>
              <a:t> 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Execution modes ensures secure and correct switching between modes.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kti C-Class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Shakti C-Class Architecture</a:t>
            </a:r>
          </a:p>
        </p:txBody>
      </p:sp>
      <p:pic>
        <p:nvPicPr>
          <p:cNvPr id="12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465" y="1074906"/>
            <a:ext cx="6449070" cy="53087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896111">
              <a:defRPr sz="4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What is Trace Verification</a:t>
            </a:r>
          </a:p>
        </p:txBody>
      </p:sp>
      <p:sp>
        <p:nvSpPr>
          <p:cNvPr id="13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295400"/>
            <a:ext cx="8686800" cy="483076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SzTx/>
              <a:buFont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632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Trace Verification</a:t>
            </a:r>
            <a:endParaRPr sz="1800" b="0" dirty="0"/>
          </a:p>
          <a:p>
            <a:pPr marL="158495" indent="-158495"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A verification technique that validates the </a:t>
            </a:r>
            <a:r>
              <a:rPr sz="1800" b="1" dirty="0"/>
              <a:t>exact sequence of instructions executed</a:t>
            </a:r>
            <a:r>
              <a:rPr sz="1800" dirty="0"/>
              <a:t> by the processor.</a:t>
            </a:r>
          </a:p>
          <a:p>
            <a:pPr marL="158495" indent="-158495"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Ensures that the processor follows the </a:t>
            </a:r>
            <a:r>
              <a:rPr sz="1800" b="1" dirty="0"/>
              <a:t>correct architectural flow</a:t>
            </a:r>
            <a:r>
              <a:rPr sz="1800" dirty="0"/>
              <a:t>, not just the correct final output.</a:t>
            </a:r>
          </a:p>
          <a:p>
            <a:pPr marL="158495" indent="-158495"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Helps detect hidden design bugs that may not reflect in output-based verification.</a:t>
            </a:r>
          </a:p>
          <a:p>
            <a:pPr marL="158495" indent="-158495"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dirty="0"/>
          </a:p>
          <a:p>
            <a:pPr marL="0" indent="0">
              <a:spcBef>
                <a:spcPts val="0"/>
              </a:spcBef>
              <a:buSzTx/>
              <a:buFont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632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Why is it Important?</a:t>
            </a:r>
            <a:endParaRPr sz="1800" b="0" dirty="0"/>
          </a:p>
          <a:p>
            <a:pPr marL="158495" indent="-158495"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A processor may produce the correct final result even when internal execution steps are wrong.</a:t>
            </a:r>
          </a:p>
          <a:p>
            <a:pPr marL="158495" indent="-158495"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Identifies issues in:</a:t>
            </a:r>
          </a:p>
          <a:p>
            <a:pPr marL="402335" indent="-402335"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Branch and jump execution</a:t>
            </a:r>
          </a:p>
          <a:p>
            <a:pPr marL="402335" indent="-402335"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Pipeline flush and control-flow handling</a:t>
            </a:r>
          </a:p>
          <a:p>
            <a:pPr marL="402335" indent="-402335"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CSR operations and privilege mode transitions</a:t>
            </a:r>
          </a:p>
          <a:p>
            <a:pPr marL="402335" indent="-402335">
              <a:spcBef>
                <a:spcPts val="1100"/>
              </a:spcBef>
              <a:buSzTx/>
              <a:buFontTx/>
              <a:buNone/>
              <a:tabLst>
                <a:tab pos="292100" algn="r"/>
                <a:tab pos="393700" algn="l"/>
              </a:tabLst>
              <a:defRPr sz="1632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Trap/exception entry and return sequences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6111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Instruction Trace </a:t>
            </a:r>
          </a:p>
        </p:txBody>
      </p:sp>
      <p:sp>
        <p:nvSpPr>
          <p:cNvPr id="13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8600" y="1354393"/>
            <a:ext cx="8686800" cy="4830763"/>
          </a:xfrm>
          <a:prstGeom prst="rect">
            <a:avLst/>
          </a:prstGeom>
        </p:spPr>
        <p:txBody>
          <a:bodyPr>
            <a:noAutofit/>
          </a:bodyPr>
          <a:lstStyle/>
          <a:p>
            <a:pPr marL="143637" indent="-14363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50800" algn="r"/>
                <a:tab pos="1397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</a:t>
            </a:r>
            <a:r>
              <a:rPr sz="1600" b="1" dirty="0"/>
              <a:t>Instruction Trace</a:t>
            </a:r>
            <a:r>
              <a:rPr sz="1600" dirty="0"/>
              <a:t> ensures the processor follows the correct architectural execution flow as defined by the RISC-V ISA.</a:t>
            </a:r>
          </a:p>
          <a:p>
            <a:pPr marL="143637" indent="-14363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50800" algn="r"/>
                <a:tab pos="1397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It validates the </a:t>
            </a:r>
            <a:r>
              <a:rPr sz="1600" b="1" dirty="0"/>
              <a:t>Program Counter (PC) sequence</a:t>
            </a:r>
            <a:r>
              <a:rPr sz="1600" dirty="0"/>
              <a:t> to confirm proper control-flow throughout program execution.</a:t>
            </a:r>
          </a:p>
          <a:p>
            <a:pPr marL="143637" indent="-14363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50800" algn="r"/>
                <a:tab pos="1397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Enables detection of subtle internal design issues that may not appear in output-based verification, such as:</a:t>
            </a:r>
          </a:p>
          <a:p>
            <a:pPr marL="364617" indent="-36461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266700" algn="r"/>
                <a:tab pos="3556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</a:t>
            </a:r>
            <a:r>
              <a:rPr lang="en-IN" sz="1600" dirty="0"/>
              <a:t>•</a:t>
            </a:r>
            <a:r>
              <a:rPr sz="1600" dirty="0"/>
              <a:t>	Missing or untraced instructions</a:t>
            </a:r>
          </a:p>
          <a:p>
            <a:pPr marL="364617" indent="-36461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266700" algn="r"/>
                <a:tab pos="3556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Incorrect branch/jump </a:t>
            </a:r>
            <a:r>
              <a:rPr sz="1600" dirty="0" err="1"/>
              <a:t>behaviour</a:t>
            </a:r>
            <a:endParaRPr sz="1600" dirty="0"/>
          </a:p>
          <a:p>
            <a:pPr marL="364617" indent="-36461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266700" algn="r"/>
                <a:tab pos="3556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Unauthorized privilege level changes</a:t>
            </a:r>
          </a:p>
          <a:p>
            <a:pPr marL="364617" indent="-36461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266700" algn="r"/>
                <a:tab pos="3556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Missed traps or CSR operations</a:t>
            </a:r>
          </a:p>
          <a:p>
            <a:pPr marL="143637" indent="-143637">
              <a:lnSpc>
                <a:spcPct val="135000"/>
              </a:lnSpc>
              <a:spcBef>
                <a:spcPts val="1000"/>
              </a:spcBef>
              <a:buSzTx/>
              <a:buFontTx/>
              <a:buNone/>
              <a:tabLst>
                <a:tab pos="50800" algn="r"/>
                <a:tab pos="139700" algn="l"/>
              </a:tabLst>
              <a:defRPr sz="1479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/>
              <a:t>	•	Traced PC values from RTL simulation are </a:t>
            </a:r>
            <a:r>
              <a:rPr sz="1600" b="1" dirty="0"/>
              <a:t>compared against the expected flow</a:t>
            </a:r>
            <a:r>
              <a:rPr sz="1600" dirty="0"/>
              <a:t> obtained from the program disassembly.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Workflo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221E8-780A-E8CA-17B3-B051C73F0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09" y="1111045"/>
            <a:ext cx="6882581" cy="528385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race Compon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Trace Components </a:t>
            </a:r>
          </a:p>
        </p:txBody>
      </p:sp>
      <p:sp>
        <p:nvSpPr>
          <p:cNvPr id="143" name="Trace Components (Simplified)…"/>
          <p:cNvSpPr txBox="1">
            <a:spLocks noGrp="1"/>
          </p:cNvSpPr>
          <p:nvPr>
            <p:ph type="body" idx="1"/>
          </p:nvPr>
        </p:nvSpPr>
        <p:spPr>
          <a:xfrm>
            <a:off x="228600" y="1472380"/>
            <a:ext cx="8686800" cy="48307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2700"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Trace Encoder</a:t>
            </a:r>
            <a:endParaRPr sz="1800" b="0" dirty="0"/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Hardware block that captures instruction execution information.</a:t>
            </a:r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Records key details like </a:t>
            </a:r>
            <a:r>
              <a:rPr sz="1800" b="1" dirty="0"/>
              <a:t>PC values</a:t>
            </a:r>
            <a:r>
              <a:rPr sz="1800" dirty="0"/>
              <a:t> for trace visibility.</a:t>
            </a:r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dirty="0"/>
          </a:p>
          <a:p>
            <a:pPr marL="0" indent="0" defTabSz="12700"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Trace Packet</a:t>
            </a:r>
            <a:endParaRPr sz="1800" b="0" dirty="0"/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Trace data is compressed into small packets for efficient storage/transfer.</a:t>
            </a:r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Helps in reconstructing the execution flow later.</a:t>
            </a:r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dirty="0"/>
          </a:p>
          <a:p>
            <a:pPr marL="0" indent="0" defTabSz="12700"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Trace Decoder</a:t>
            </a:r>
            <a:endParaRPr sz="1800" b="0" dirty="0"/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Software/logic that reads and interprets trace packets.</a:t>
            </a:r>
          </a:p>
          <a:p>
            <a:pPr marL="165100" indent="-165100" defTabSz="12700">
              <a:spcBef>
                <a:spcPts val="1200"/>
              </a:spcBef>
              <a:buSzTx/>
              <a:buFontTx/>
              <a:buNone/>
              <a:tabLst>
                <a:tab pos="63500" algn="r"/>
                <a:tab pos="165100" algn="l"/>
              </a:tabLst>
              <a:defRPr sz="14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Rebuilds the instruction sequence for verification and analysis.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C Trace Capture in CoCoTb"/>
          <p:cNvSpPr txBox="1">
            <a:spLocks noGrp="1"/>
          </p:cNvSpPr>
          <p:nvPr>
            <p:ph type="title"/>
          </p:nvPr>
        </p:nvSpPr>
        <p:spPr>
          <a:xfrm>
            <a:off x="571500" y="228600"/>
            <a:ext cx="8001000" cy="6858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PC Trace Capture in CoCoTb</a:t>
            </a:r>
          </a:p>
        </p:txBody>
      </p:sp>
      <p:sp>
        <p:nvSpPr>
          <p:cNvPr id="146" name="During simulation, the PC value is obtained by referencing the trace ingress signal within the RTL hierarchy using the following CoCoTb handle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During simulation, the PC value is obtained by referencing the trace ingress signal within the RTL hierarchy using the following CoCoTb handle: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0" indent="0" algn="ctr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dut.soc.soc.ccore_0.riscv_etrace_ingress_port_iaddr.value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dirty="0"/>
            </a:br>
            <a:r>
              <a:rPr dirty="0"/>
              <a:t>Table: Signal Hierarchy Used to Access PC:</a:t>
            </a:r>
            <a:br>
              <a:rPr dirty="0"/>
            </a:br>
            <a:endParaRPr dirty="0"/>
          </a:p>
        </p:txBody>
      </p:sp>
      <p:pic>
        <p:nvPicPr>
          <p:cNvPr id="14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628568"/>
            <a:ext cx="8595237" cy="24975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A5C4-C2E0-CFA6-B8F9-30AA48C0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CoCoTb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BE13B-31B0-B804-A4D1-ECFDD234C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1981"/>
            <a:ext cx="9144000" cy="311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125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issing Instruction"/>
          <p:cNvSpPr txBox="1">
            <a:spLocks noGrp="1"/>
          </p:cNvSpPr>
          <p:nvPr>
            <p:ph type="title"/>
          </p:nvPr>
        </p:nvSpPr>
        <p:spPr>
          <a:xfrm>
            <a:off x="571500" y="228600"/>
            <a:ext cx="8001000" cy="6858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        Missing Instruction </a:t>
            </a:r>
          </a:p>
        </p:txBody>
      </p:sp>
      <p:sp>
        <p:nvSpPr>
          <p:cNvPr id="150" name="Missing Instruction Analysis – ADDW Test…"/>
          <p:cNvSpPr txBox="1">
            <a:spLocks noGrp="1"/>
          </p:cNvSpPr>
          <p:nvPr>
            <p:ph type="body" idx="1"/>
          </p:nvPr>
        </p:nvSpPr>
        <p:spPr>
          <a:xfrm>
            <a:off x="228599" y="1295401"/>
            <a:ext cx="8686800" cy="2133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30200" algn="l"/>
                <a:tab pos="673100" algn="l"/>
                <a:tab pos="1003300" algn="l"/>
                <a:tab pos="1346200" algn="l"/>
                <a:tab pos="1676400" algn="l"/>
                <a:tab pos="2019300" algn="l"/>
                <a:tab pos="2362200" algn="l"/>
                <a:tab pos="2692400" algn="l"/>
                <a:tab pos="3035300" algn="l"/>
                <a:tab pos="3365500" algn="l"/>
                <a:tab pos="3708400" algn="l"/>
                <a:tab pos="4051300" algn="l"/>
              </a:tabLst>
              <a:defRPr sz="161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Missing Instruction Analysis – ADDW Test</a:t>
            </a:r>
            <a:endParaRPr sz="1800" b="0" dirty="0"/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Some instruction addresses in the disassembly were not captured in the trace log.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Missing PCs were mapped to their corresponding assembly instructions.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800" dirty="0"/>
              <a:t>	•	These instructions executed correctly but were not traced, showing trace visibility gaps</a:t>
            </a:r>
          </a:p>
          <a:p>
            <a:pPr marL="156844" indent="-156844">
              <a:lnSpc>
                <a:spcPct val="135000"/>
              </a:lnSpc>
              <a:spcBef>
                <a:spcPts val="1100"/>
              </a:spcBef>
              <a:buSzTx/>
              <a:buFontTx/>
              <a:buNone/>
              <a:tabLst>
                <a:tab pos="50800" algn="r"/>
                <a:tab pos="152400" algn="l"/>
              </a:tabLst>
              <a:defRPr sz="1615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800" dirty="0"/>
          </a:p>
        </p:txBody>
      </p:sp>
      <p:pic>
        <p:nvPicPr>
          <p:cNvPr id="151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1" y="3319728"/>
            <a:ext cx="8430137" cy="28064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Final Analysis of I-Trace [Results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Final Analysis of I-Trace [Results]</a:t>
            </a:r>
          </a:p>
        </p:txBody>
      </p:sp>
      <p:pic>
        <p:nvPicPr>
          <p:cNvPr id="154" name="pasted-movie.png" descr="pasted-movie.png"/>
          <p:cNvPicPr>
            <a:picLocks noChangeAspect="1"/>
          </p:cNvPicPr>
          <p:nvPr/>
        </p:nvPicPr>
        <p:blipFill>
          <a:blip r:embed="rId2"/>
          <a:srcRect l="28280" t="500" r="3735" b="8805"/>
          <a:stretch>
            <a:fillRect/>
          </a:stretch>
        </p:blipFill>
        <p:spPr>
          <a:xfrm>
            <a:off x="457200" y="1715540"/>
            <a:ext cx="8361485" cy="34269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896111">
              <a:defRPr sz="431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528">
                <a:solidFill>
                  <a:srgbClr val="FFFFFF"/>
                </a:solidFill>
              </a:rPr>
              <a:t>References</a:t>
            </a:r>
            <a:r>
              <a:t> </a:t>
            </a:r>
          </a:p>
        </p:txBody>
      </p:sp>
      <p:sp>
        <p:nvSpPr>
          <p:cNvPr id="157" name="[1] RISC-V Foundation, The RISC-V Instruction Set Manual, Volume I: Unprivileged ISA, Version 20191213, pp. 1–229, 2019.…"/>
          <p:cNvSpPr txBox="1">
            <a:spLocks noGrp="1"/>
          </p:cNvSpPr>
          <p:nvPr>
            <p:ph type="body" idx="1"/>
          </p:nvPr>
        </p:nvSpPr>
        <p:spPr>
          <a:xfrm>
            <a:off x="228600" y="1226575"/>
            <a:ext cx="8686800" cy="50759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[1] RISC-V Foundation, The RISC-V Instruction Set Manual, Volume I: Unprivileged ISA, Version 20191213, pp. 1–229, 2019.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[2] RISC-V Foundation, The RISC-V Privileged Architecture Specification, Version 1.12, pp. 1–141, 2021.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[3] Shakti Project, C-Class Core Documentation, Indian Institute of Technology Madras, India, 2024.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[4] Vyoma Systems, Industrial Verification Framework for Shakti Processors, Technical Documentation, Vyoma Systems Pvt. Ltd., Bengaluru, India, 2025.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[5] CoCoTb Developers, CoCoTb: Coroutine-based Co-Simulation Testbench, Version 1.8, pp. 1–96, 2024.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[6] GNU Project, RISC-V GCC Toolchain Documentation, Free Software Foundation, Boston, MA, USA, 2024.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[7] IEEE Standard 1800-2017, IEEE Standard for SystemVerilog – Unified Hardware Design, Specification, and Verification Language, IEEE, New York, USA, 2017.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[8] D. A. Patterson and J. L. Hennessy, Computer Organization and Design: The Hardware/Software Interface, 5th Edition, Morgan Kaufmann Publishers, San Francisco, CA, USA, 2014.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Tx/>
              <a:buFontTx/>
              <a:buNone/>
              <a:tabLst>
                <a:tab pos="304800" algn="l"/>
                <a:tab pos="622300" algn="l"/>
                <a:tab pos="939800" algn="l"/>
                <a:tab pos="1257300" algn="l"/>
                <a:tab pos="1574800" algn="l"/>
                <a:tab pos="1892300" algn="l"/>
                <a:tab pos="2209800" algn="l"/>
                <a:tab pos="2527300" algn="l"/>
                <a:tab pos="2844800" algn="l"/>
                <a:tab pos="3162300" algn="l"/>
                <a:tab pos="3479800" algn="l"/>
                <a:tab pos="3797300" algn="l"/>
              </a:tabLst>
              <a:defRPr sz="15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500" dirty="0"/>
              <a:t>[9] D. Patterson and A. Waterman, The RISC-V Reader: An Open Architecture Atlas, 2nd Edition, Strawberry Canyon LLC, Berkeley, CA, USA, 2017.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1348</Words>
  <Application>Microsoft Office PowerPoint</Application>
  <PresentationFormat>On-screen Show (4:3)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Problem Statement</vt:lpstr>
      <vt:lpstr>Proposed Solution</vt:lpstr>
      <vt:lpstr>Objectives</vt:lpstr>
      <vt:lpstr>Why RISC-V and Shakti C-Class?</vt:lpstr>
      <vt:lpstr>Why RISC-V and Shakti C-Class?</vt:lpstr>
      <vt:lpstr>RISC-V Execution Modes</vt:lpstr>
      <vt:lpstr>Shakti C-Class Architecture</vt:lpstr>
      <vt:lpstr>What is Trace Verification</vt:lpstr>
      <vt:lpstr>Instruction Trace </vt:lpstr>
      <vt:lpstr>Workflow</vt:lpstr>
      <vt:lpstr>Trace Components </vt:lpstr>
      <vt:lpstr>       PC Trace Capture in CoCoTb</vt:lpstr>
      <vt:lpstr>CoCoTb Result</vt:lpstr>
      <vt:lpstr>                Missing Instruction </vt:lpstr>
      <vt:lpstr>Final Analysis of I-Trace [Results]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Vijai Saravanan</cp:lastModifiedBy>
  <cp:revision>6</cp:revision>
  <dcterms:modified xsi:type="dcterms:W3CDTF">2025-11-03T08:20:32Z</dcterms:modified>
</cp:coreProperties>
</file>